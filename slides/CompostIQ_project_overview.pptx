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6247bd75314464" /><Relationship Type="http://schemas.openxmlformats.org/officeDocument/2006/relationships/extended-properties" Target="/docProps/app.xml" Id="R55c000c8e9ab461b" /><Relationship Type="http://schemas.openxmlformats.org/officeDocument/2006/relationships/officeDocument" Target="/ppt/presentation.xml" Id="R66fc8b22db4c4d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6d2f34688c4646"/>
  </p:sldMasterIdLst>
  <p:notesMasterIdLst>
    <p:notesMasterId xmlns:r="http://schemas.openxmlformats.org/officeDocument/2006/relationships" r:id="R823bdd4dc0124626"/>
  </p:notesMasterIdLst>
  <p:sldIdLst>
    <p:sldId xmlns:r="http://schemas.openxmlformats.org/officeDocument/2006/relationships" id="256" r:id="R8af6047f774845cd"/>
    <p:sldId xmlns:r="http://schemas.openxmlformats.org/officeDocument/2006/relationships" id="257" r:id="R8afea272322c4d9c"/>
    <p:sldId xmlns:r="http://schemas.openxmlformats.org/officeDocument/2006/relationships" id="258" r:id="R70dc084b3ce74b87"/>
    <p:sldId xmlns:r="http://schemas.openxmlformats.org/officeDocument/2006/relationships" id="259" r:id="Rbb358ecedd2b4d45"/>
    <p:sldId xmlns:r="http://schemas.openxmlformats.org/officeDocument/2006/relationships" id="260" r:id="R060311bcad1b49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7a112158784859" /><Relationship Type="http://schemas.openxmlformats.org/officeDocument/2006/relationships/slideMaster" Target="/ppt/slideMasters/slideMaster1.xml" Id="R816d2f34688c4646" /><Relationship Type="http://schemas.openxmlformats.org/officeDocument/2006/relationships/notesMaster" Target="/ppt/notesMasters/notesMaster1.xml" Id="R823bdd4dc0124626" /><Relationship Type="http://schemas.openxmlformats.org/officeDocument/2006/relationships/presProps" Target="/ppt/presProps.xml" Id="Ref9241a2e63d466f" /><Relationship Type="http://schemas.openxmlformats.org/officeDocument/2006/relationships/tableStyles" Target="/ppt/tableStyles.xml" Id="R2cdac5f7908b4917" /><Relationship Type="http://schemas.openxmlformats.org/officeDocument/2006/relationships/slide" Target="/ppt/slides/slide1.xml" Id="R8af6047f774845cd" /><Relationship Type="http://schemas.openxmlformats.org/officeDocument/2006/relationships/slide" Target="/ppt/slides/slide2.xml" Id="R8afea272322c4d9c" /><Relationship Type="http://schemas.openxmlformats.org/officeDocument/2006/relationships/slide" Target="/ppt/slides/slide3.xml" Id="R70dc084b3ce74b87" /><Relationship Type="http://schemas.openxmlformats.org/officeDocument/2006/relationships/slide" Target="/ppt/slides/slide4.xml" Id="Rbb358ecedd2b4d45" /><Relationship Type="http://schemas.openxmlformats.org/officeDocument/2006/relationships/slide" Target="/ppt/slides/slide5.xml" Id="R060311bcad1b49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7fc445f6904e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3a8aec77e4e9c" /><Relationship Type="http://schemas.openxmlformats.org/officeDocument/2006/relationships/notesMaster" Target="/ppt/notesMasters/notesMaster1.xml" Id="R85455c0a4eb1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5a531c55a240e1" /><Relationship Type="http://schemas.openxmlformats.org/officeDocument/2006/relationships/notesMaster" Target="/ppt/notesMasters/notesMaster1.xml" Id="Rc50b18da2cd64f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95c6675fe44095" /><Relationship Type="http://schemas.openxmlformats.org/officeDocument/2006/relationships/notesMaster" Target="/ppt/notesMasters/notesMaster1.xml" Id="R9b0631fea34946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3ec7e06b944426" /><Relationship Type="http://schemas.openxmlformats.org/officeDocument/2006/relationships/notesMaster" Target="/ppt/notesMasters/notesMaster1.xml" Id="R9de3e96ea3d341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cd7dc3703a4f64" /><Relationship Type="http://schemas.openxmlformats.org/officeDocument/2006/relationships/notesMaster" Target="/ppt/notesMasters/notesMaster1.xml" Id="R0bbc70bab3b5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 based on the repository README and the supplied 14 October task breakdown.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a short introduction before the live website demonstration. Source: repository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API implementation is in the current worktree. Present the website live, as agreed in the supplied transcript.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derived from the repository README. Replace or supplement this slide with Andrew’s architecture diagrams when received.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call transcript says the team expects about 15 minutes and intends to rely mainly on a live demo. This is a suggested order, not a claim that all features are deployed.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b285a8ea34f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5909d3a2bc4f48" /><Relationship Type="http://schemas.openxmlformats.org/officeDocument/2006/relationships/slideLayout" Target="/ppt/slideLayouts/slideLayout1.xml" Id="Re4a1242757de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1242757de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55476e5854750" /><Relationship Type="http://schemas.openxmlformats.org/officeDocument/2006/relationships/notesSlide" Target="/ppt/notesSlides/notesSlide1.xml" Id="R68e459280caf41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6dd7633af4595" /><Relationship Type="http://schemas.openxmlformats.org/officeDocument/2006/relationships/notesSlide" Target="/ppt/notesSlides/notesSlide2.xml" Id="R89b7e1084c1244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c26cc84414c0f" /><Relationship Type="http://schemas.openxmlformats.org/officeDocument/2006/relationships/notesSlide" Target="/ppt/notesSlides/notesSlide3.xml" Id="Ra8dd05de563140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0699421474b6f" /><Relationship Type="http://schemas.openxmlformats.org/officeDocument/2006/relationships/notesSlide" Target="/ppt/notesSlides/notesSlide4.xml" Id="R1acf06fd49f948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d4c34d57f4e6d" /><Relationship Type="http://schemas.openxmlformats.org/officeDocument/2006/relationships/notesSlide" Target="/ppt/notesSlides/notesSlide5.xml" Id="R46f1665f7d3349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F131C-2E24-49C0-B022-2EA00C75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CompostIQ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F0420-3339-4914-97AC-15EDFC58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9EDD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9EDDE"/>
                </a:solidFill>
                <a:latin typeface="Arial"/>
                <a:ea typeface="Arial"/>
                <a:cs typeface="Arial"/>
              </a:rPr>
              <a:t>Know what is happening inside the bin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D2474-1966-4895-B011-F7B603D0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9EDD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DDE"/>
                </a:solidFill>
                <a:latin typeface="Arial"/>
                <a:ea typeface="Arial"/>
                <a:cs typeface="Arial"/>
              </a:rPr>
              <a:t>RMIT capstone project  |  Mataram pilot</a:t>
            </a:r>
          </a:p>
        </p:txBody>
      </p:sp>
    </p:spTree>
    <p:extLst>
      <p:ext uri="{BB962C8B-B14F-4D97-AF65-F5344CB8AC3E}">
        <p14:creationId xmlns:p14="http://schemas.microsoft.com/office/powerpoint/2010/main" val="1739532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10DA0-432C-4BE7-B3D0-68BC398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27A3E-E27A-41D4-B17D-34E601F4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3A3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3A30"/>
                </a:solidFill>
                <a:latin typeface="Arial"/>
                <a:ea typeface="Arial"/>
                <a:cs typeface="Arial"/>
              </a:rPr>
              <a:t>A clearer composting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857DE-C1BD-4231-BE2A-B669A101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A sensor in each bin measures temperature, moisture and gases.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730E1-6C0C-4175-9F3B-DE2D2D9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Owners see current conditions and alerts, so they can decide when to turn, water or leave the pile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78D79-2F6F-48BB-95A5-DD375F8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The Mataram pilot also creates a dataset for country-level research.</a:t>
            </a:r>
          </a:p>
        </p:txBody>
      </p:sp>
    </p:spTree>
    <p:extLst>
      <p:ext uri="{BB962C8B-B14F-4D97-AF65-F5344CB8AC3E}">
        <p14:creationId xmlns:p14="http://schemas.microsoft.com/office/powerpoint/2010/main" val="1328253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BAFB2-FAC5-47E3-B769-7704770A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219BC-E71D-4B5C-97A4-89237A29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3A3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3A30"/>
                </a:solidFill>
                <a:latin typeface="Arial"/>
                <a:ea typeface="Arial"/>
                <a:cs typeface="Arial"/>
              </a:rPr>
              <a:t>One platform, two account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E7F30-0B1D-4E13-9B4C-CBB7ADE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Owners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D6622-A0DC-4C6C-8476-E6FD0254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905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Create bins and connect devices</a:t>
            </a:r>
          </a:p>
          <a:p xmlns:a="http://schemas.openxmlformats.org/drawingml/2006/main">
            <a:pPr>
              <a:defRPr sz="217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View live readings and history</a:t>
            </a:r>
          </a:p>
          <a:p xmlns:a="http://schemas.openxmlformats.org/drawingml/2006/main">
            <a:pPr>
              <a:defRPr sz="217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Respond to alerts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44839-D78C-4419-B2F3-194DDDC8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Researchers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EFBD-E058-4614-B8CE-AE6FA357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5000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Create research API keys</a:t>
            </a:r>
          </a:p>
          <a:p xmlns:a="http://schemas.openxmlformats.org/drawingml/2006/main">
            <a:pPr>
              <a:defRPr sz="217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Filter country data by time</a:t>
            </a:r>
          </a:p>
          <a:p xmlns:a="http://schemas.openxmlformats.org/drawingml/2006/main">
            <a:pPr>
              <a:defRPr sz="217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Explore anonymised aggregates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E376E-D3D4-4B9E-AE7A-28A0A5B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3A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A30"/>
                </a:solidFill>
                <a:latin typeface="Arial"/>
                <a:ea typeface="Arial"/>
                <a:cs typeface="Arial"/>
              </a:rPr>
              <a:t>The roles share registration and sign-in, then open different workspaces.</a:t>
            </a:r>
          </a:p>
        </p:txBody>
      </p:sp>
    </p:spTree>
    <p:extLst>
      <p:ext uri="{BB962C8B-B14F-4D97-AF65-F5344CB8AC3E}">
        <p14:creationId xmlns:p14="http://schemas.microsoft.com/office/powerpoint/2010/main" val="276597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6E6CE-5056-46AC-95F6-F941C93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58378-BD95-4B99-8FC4-9CDBA4B3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3A3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3A30"/>
                </a:solidFill>
                <a:latin typeface="Arial"/>
                <a:ea typeface="Arial"/>
                <a:cs typeface="Arial"/>
              </a:rPr>
              <a:t>How the systems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63893-0B08-4AB9-971C-BA1E48DF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97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0F22E-4924-4A82-A8A1-74C42F0C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977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Sensors and simulator send readings to the FastAPI service.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7C335-6C94-4B1F-9E58-FB13E3B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718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FBE7F-BCFD-4792-B4A6-EA61884B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7180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The API validates keys and stores records in PostgreSQL.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66B5F-506F-4B93-A046-3F49C8F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338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6FADA-8CE7-427A-A05B-4F7DB23E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3382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The dashboard requests each owner’s bins through the API.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8CBDA-860C-49DC-B54C-53A6AB8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958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6386C-C638-4041-A0A7-AEDC8F86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D292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D2925"/>
                </a:solidFill>
                <a:latin typeface="Arial"/>
                <a:ea typeface="Arial"/>
                <a:cs typeface="Arial"/>
              </a:rPr>
              <a:t>Research keys open read-only country aggregates.</a:t>
            </a:r>
          </a:p>
        </p:txBody>
      </p:sp>
    </p:spTree>
    <p:extLst>
      <p:ext uri="{BB962C8B-B14F-4D97-AF65-F5344CB8AC3E}">
        <p14:creationId xmlns:p14="http://schemas.microsoft.com/office/powerpoint/2010/main" val="858566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860A7-3358-4883-98AD-7E8A9BD1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45D"/>
                </a:solidFill>
                <a:latin typeface="Arial"/>
                <a:ea typeface="Arial"/>
                <a:cs typeface="Arial"/>
              </a:rPr>
              <a:t>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2189-6FD5-443D-B7FD-0F82E887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3A3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3A30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6FC0C-CB68-4C6A-9FA1-174EFB37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3A3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3A30"/>
                </a:solidFill>
                <a:latin typeface="Arial"/>
                <a:ea typeface="Arial"/>
                <a:cs typeface="Arial"/>
              </a:rPr>
              <a:t>Create a bin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908DE-E5AE-4B56-89E3-E628956B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3A3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3A30"/>
                </a:solidFill>
                <a:latin typeface="Arial"/>
                <a:ea typeface="Arial"/>
                <a:cs typeface="Arial"/>
              </a:rPr>
              <a:t>Connect a device and show incoming readings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0EA4C-2895-4FF6-B51F-4676FAE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3A3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3A30"/>
                </a:solidFill>
                <a:latin typeface="Arial"/>
                <a:ea typeface="Arial"/>
                <a:cs typeface="Arial"/>
              </a:rPr>
              <a:t>Sign in as a researcher and filter the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99F6A-1A72-4D28-9DD1-1E39FDA9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74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745D"/>
                </a:solidFill>
                <a:latin typeface="Arial"/>
                <a:ea typeface="Arial"/>
                <a:cs typeface="Arial"/>
              </a:rPr>
              <a:t>Reserve the final minutes for questions.</a:t>
            </a:r>
          </a:p>
        </p:txBody>
      </p:sp>
    </p:spTree>
    <p:extLst>
      <p:ext uri="{BB962C8B-B14F-4D97-AF65-F5344CB8AC3E}">
        <p14:creationId xmlns:p14="http://schemas.microsoft.com/office/powerpoint/2010/main" val="94796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2026-10-16T01:49:10.3240000Z</dcterms:created>
  <dcterms:modified xsi:type="dcterms:W3CDTF">2026-10-16T01:49:10.3240000Z</dcterms:modified>
</coreProperties>
</file>